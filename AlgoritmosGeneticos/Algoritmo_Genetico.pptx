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686800" y="91440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097280"/>
            <a:ext cx="2377440" cy="310896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097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IA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de strings com seleção, </a:t>
            </a:r>
            <a:pPr indent="0" marL="0">
              <a:buNone/>
            </a:pPr>
            <a:r>
              <a:rPr lang="en-US" sz="2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</a:t>
            </a:r>
            <a:pPr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mutação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3749040"/>
            <a:ext cx="1371600" cy="0"/>
          </a:xfrm>
          <a:prstGeom prst="line">
            <a:avLst/>
          </a:prstGeom>
          <a:noFill/>
          <a:ln w="38100">
            <a:solidFill>
              <a:srgbClr val="7EE78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com web app interativo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Inteligência Artificial  ·  Prof. Jackson Gomes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local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inspirada na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biológica.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população de candidatos a solução evolui ao longo de gerações: os mais aptos têm maior chance de gerar descendentes, que herdam suas características e sofrem pequenas variações aleatórias.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quando o caminho não importa — só o estado final.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7373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soluções candidatas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89520" y="288036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1546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953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natural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595360" y="3474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Indivíduos mais aptos se reproduzem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589520" y="429768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5720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595360" y="4892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+ mutação geram novidade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evolutivo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93392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94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560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 aleatória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rot="5400000">
            <a:off x="2651760" y="2944368"/>
            <a:ext cx="164592" cy="146304"/>
          </a:xfrm>
          <a:prstGeom prst="rtTriangle">
            <a:avLst/>
          </a:prstGeom>
          <a:solidFill>
            <a:srgbClr val="7EE787"/>
          </a:solidFill>
          <a:ln/>
        </p:spPr>
      </p:sp>
      <p:sp>
        <p:nvSpPr>
          <p:cNvPr id="10" name="Shape 7"/>
          <p:cNvSpPr/>
          <p:nvPr/>
        </p:nvSpPr>
        <p:spPr>
          <a:xfrm>
            <a:off x="2862072" y="2103120"/>
            <a:ext cx="1993392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2194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56032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53512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53512" y="3566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cada indivíduo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 rot="5400000">
            <a:off x="4873752" y="2944368"/>
            <a:ext cx="164592" cy="146304"/>
          </a:xfrm>
          <a:prstGeom prst="rtTriangle">
            <a:avLst/>
          </a:prstGeom>
          <a:solidFill>
            <a:srgbClr val="7EE787"/>
          </a:solidFill>
          <a:ln/>
        </p:spPr>
      </p:sp>
      <p:sp>
        <p:nvSpPr>
          <p:cNvPr id="16" name="Shape 12"/>
          <p:cNvSpPr/>
          <p:nvPr/>
        </p:nvSpPr>
        <p:spPr>
          <a:xfrm>
            <a:off x="5084064" y="2103120"/>
            <a:ext cx="1993392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93792" y="2194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56032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75504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175504" y="3566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os pais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 rot="5400000">
            <a:off x="7095744" y="2944368"/>
            <a:ext cx="164592" cy="146304"/>
          </a:xfrm>
          <a:prstGeom prst="rtTriangle">
            <a:avLst/>
          </a:prstGeom>
          <a:solidFill>
            <a:srgbClr val="7EE787"/>
          </a:solidFill>
          <a:ln/>
        </p:spPr>
      </p:sp>
      <p:sp>
        <p:nvSpPr>
          <p:cNvPr id="22" name="Shape 17"/>
          <p:cNvSpPr/>
          <p:nvPr/>
        </p:nvSpPr>
        <p:spPr>
          <a:xfrm>
            <a:off x="7306056" y="2103120"/>
            <a:ext cx="1993392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415784" y="2194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256032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97496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397496" y="3566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os pais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 rot="5400000">
            <a:off x="9317736" y="2944368"/>
            <a:ext cx="164592" cy="146304"/>
          </a:xfrm>
          <a:prstGeom prst="rtTriangle">
            <a:avLst/>
          </a:prstGeom>
          <a:solidFill>
            <a:srgbClr val="7EE787"/>
          </a:solidFill>
          <a:ln/>
        </p:spPr>
      </p:sp>
      <p:sp>
        <p:nvSpPr>
          <p:cNvPr id="28" name="Shape 22"/>
          <p:cNvSpPr/>
          <p:nvPr/>
        </p:nvSpPr>
        <p:spPr>
          <a:xfrm>
            <a:off x="9528048" y="2103120"/>
            <a:ext cx="1993392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637776" y="2194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4" y="2560320"/>
            <a:ext cx="640080" cy="6400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19488" y="324612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Mutação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619488" y="35661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aleatória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repete até atingir a solução ou um critério de parada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68680" y="5440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Fitness: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920240" y="54406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número de caracteres do indivíduo na posição correta em relação ao alvo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Evoluir uma população aleatória até chegar na string-alvo: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94360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7EE7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Algoritmos Geneticos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Especificações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Cromossomo: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sequência de 20 caracteres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Alfabeto: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53 símbolos (A–Z, a–z, espaço)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Fitness: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caracteres na posição correta (0–20)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Seleção: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torneio de tamanho k=5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Cruzamento: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ponto, escolhido aleatoriamente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1737360"/>
            <a:ext cx="4297680" cy="4480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busca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23317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53²⁰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758952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 × 10⁶⁸ estados possíveis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4251960"/>
            <a:ext cx="3200400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exaustiva seria impossível.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4892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 encontra a solução em segundos.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em tempo real</a:t>
            </a:r>
            <a:endParaRPr lang="en-US" sz="3200" dirty="0"/>
          </a:p>
        </p:txBody>
      </p:sp>
      <p:pic>
        <p:nvPicPr>
          <p:cNvPr id="4" name="Image 0" descr="/home/claude/slides/app-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850392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18320" y="1463040"/>
            <a:ext cx="2468880" cy="4937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ação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0" y="1965960"/>
            <a:ext cx="2103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24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fitness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~2 segundos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população quase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convergiu.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 em verde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estão na posição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correta. Os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ainda precisam evoluir.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rápida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44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07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gerações até convergir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58640" y="1691640"/>
            <a:ext cx="3444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1520" y="1783080"/>
            <a:ext cx="307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3.3s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41520" y="278892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total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77200" y="1691640"/>
            <a:ext cx="34442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0080" y="1783080"/>
            <a:ext cx="307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8260080" y="278892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indivíduos por geração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10881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</a:t>
            </a:r>
            <a:pPr indent="0" marL="0">
              <a:buNone/>
            </a:pPr>
            <a:r>
              <a:rPr lang="en-US" sz="18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7200 indivíduos avaliados</a:t>
            </a:r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(36 × 200) de um universo de </a:t>
            </a:r>
            <a:pPr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× 10⁶⁸ possibilidades</a:t>
            </a:r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funciona tão bem?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Elitismo garante que o melhor nunca é perdido entre gerações.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Mutação de 3% mantém diversidade sem destruir bons indivíduos.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Torneio combina pressão seletiva com exploração.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vimos.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0" y="731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0" y="7772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AGs resolvem o que busca exaustiva não consegue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0" y="13258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uma string específica em 9×10⁶⁸ combinações é impossível com força bruta — o AG faz em segundos.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583680" y="26517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parâmetros importam muito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32004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Mutação alta demais destrói indivíduos bons. Baixa demais estagna. Encontrar o equilíbrio é parte do projeto.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4480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0" y="4526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50749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circuitos, escalonamento, otimização de rotas, ajuste de parâmetros em machine learning…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61264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 Genético — Evolução de Strings</dc:title>
  <dc:subject>PptxGenJS Presentation</dc:subject>
  <dc:creator>Trabalho de IA — Algoritmo Genético</dc:creator>
  <cp:lastModifiedBy>Trabalho de IA — Algoritmo Genético</cp:lastModifiedBy>
  <cp:revision>1</cp:revision>
  <dcterms:created xsi:type="dcterms:W3CDTF">2026-05-11T17:48:41Z</dcterms:created>
  <dcterms:modified xsi:type="dcterms:W3CDTF">2026-05-11T17:48:41Z</dcterms:modified>
</cp:coreProperties>
</file>